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OMNIOPS HEALTH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Clinical Documentation &amp; Follow-up Agent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Zephyr 4.0 · Agentic AI Hackathon · IIT Bhubaneswar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1 — Team Mavericks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1B403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20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Arush Kumar (Lead)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512064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1B403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5120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Aniket Gautam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512064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1B403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5120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Shukla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41080" y="512064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1B403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41080" y="5120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Adeel Ahmad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Our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5486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spend hours writing follow-up documentation after every encounter.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“AI for healthcare” demos generate a single response and stop — no planning, no self-checking.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drafted plan that quietly conflicts with a patient's allergy or chronic condition is a real safety risk if trusted blindly.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(a lab result, a changed symptom) often arrives mid-visit — static tools can't adapt to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F4B43"/>
          </a:solidFill>
          <a:ln w="12700">
            <a:solidFill>
              <a:srgbClr val="163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945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true agent loop: Goal → Action → Observation → Decision → Adaptation → Outcome, visible at every step.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draft in a retrieved clinical guideline excerpt (lightweight RAG) before the model writes anything.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with NVIDIA Nemotron, then validate the draft against structured patient safety data before it's ever finalized.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re-plan autonomously when new information is injected mid-session, instead of restarting.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OmniOps Health · Team Mavericks · Tech Zephyr 4.0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encounter runs this full loop — not a single generated response.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82980" y="2103120"/>
            <a:ext cx="822960" cy="822960"/>
          </a:xfrm>
          <a:prstGeom prst="ellipse">
            <a:avLst/>
          </a:prstGeom>
          <a:solidFill>
            <a:srgbClr val="1F4B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29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015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a safe follow-up record needs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2402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42B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03220" y="2103120"/>
            <a:ext cx="822960" cy="822960"/>
          </a:xfrm>
          <a:prstGeom prst="ellipse">
            <a:avLst/>
          </a:prstGeom>
          <a:solidFill>
            <a:srgbClr val="1F4B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032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4015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reconcile with patient record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2402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42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23460" y="2103120"/>
            <a:ext cx="822960" cy="822960"/>
          </a:xfrm>
          <a:prstGeom prst="ellipse">
            <a:avLst/>
          </a:prstGeom>
          <a:solidFill>
            <a:srgbClr val="1F4B4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234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4015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guidelines (RAG) + Nemotron draft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2402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42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43700" y="21031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37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4015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approve / escalate to human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22402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42B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63940" y="2103120"/>
            <a:ext cx="822960" cy="82296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639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34015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when new info arrives mid-session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22402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42B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584180" y="2103120"/>
            <a:ext cx="822960" cy="822960"/>
          </a:xfrm>
          <a:prstGeom prst="ellipse">
            <a:avLst/>
          </a:prstGeom>
          <a:solidFill>
            <a:srgbClr val="1F4B4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841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1010412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34015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traceable follow-up record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BF0D9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we never break: </a:t>
            </a:r>
            <a:pPr indent="0" marL="0">
              <a:buNone/>
            </a:pPr>
            <a:r>
              <a:rPr lang="en-US" sz="13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drafted plan conflicts with a patient's documented allergy, it is never auto-approved — it is always escalated to a human clinician.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OmniOps Health · Team Mavericks · Tech Zephyr 4.0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 (Vite)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 Agent tab + Medication Guide tab; live trace UI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CLI (agent-cli)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re-implementation of the same agent loop, JSON/console output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280160"/>
            <a:ext cx="3657600" cy="2971800"/>
          </a:xfrm>
          <a:prstGeom prst="roundRect">
            <a:avLst>
              <a:gd name="adj" fmla="val 3077"/>
            </a:avLst>
          </a:prstGeom>
          <a:solidFill>
            <a:srgbClr val="1F4B43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/ Express Backend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(agent orchestrator)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73736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Goal→Action→Observation→Decision→Adaptation→Outcome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guidelineRetriever.js (RAG)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validator.js (safety rules)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memory.js (sessions)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75320" y="1280160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D9A441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Nemotron (NIM API)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1737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llama-3.1-nemotron-70b-instruct — drafts the follow-up plan; offline fallback if no key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75320" y="2880360"/>
            <a:ext cx="3337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37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patients.json (synthetic records)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guidelines.json (clinical guideline corpus)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920240"/>
            <a:ext cx="365760" cy="0"/>
          </a:xfrm>
          <a:prstGeom prst="line">
            <a:avLst/>
          </a:prstGeom>
          <a:noFill/>
          <a:ln w="25400">
            <a:solidFill>
              <a:srgbClr val="B884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3566160"/>
            <a:ext cx="365760" cy="0"/>
          </a:xfrm>
          <a:prstGeom prst="line">
            <a:avLst/>
          </a:prstGeom>
          <a:noFill/>
          <a:ln w="25400">
            <a:solidFill>
              <a:srgbClr val="B8842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1920240"/>
            <a:ext cx="274320" cy="0"/>
          </a:xfrm>
          <a:prstGeom prst="line">
            <a:avLst/>
          </a:prstGeom>
          <a:noFill/>
          <a:ln w="25400">
            <a:solidFill>
              <a:srgbClr val="B8842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55280" y="3566160"/>
            <a:ext cx="274320" cy="0"/>
          </a:xfrm>
          <a:prstGeom prst="line">
            <a:avLst/>
          </a:prstGeom>
          <a:noFill/>
          <a:ln w="25400">
            <a:solidFill>
              <a:srgbClr val="B8842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live HTTP call — /api/agent/session, /api/agent/session/:id/update, and the NVIDIA NIM chat/completions endpoint.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OmniOps Health · Team Mavericks · Tech Zephyr 4.0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First: The Agent Catches Its Own Mistakes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9-year-old patient, documented Amoxicillin allergy, presenting with sore throat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(Nemotron)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3317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“Consider a penicillin-class antibiotic (e.g. amoxicillin) if a bacterial cause is confirmed…”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2004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draft text against patient.allergies → finds a critical conflict.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69080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0690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requiresHumanEscalation = true → status: escalated, never auto-approved.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49377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clinician queue with the conflict explicitly flagged, not silently “fixed”.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it an agent, not a generator: it acts, observes its own output, and changes its behaviour based on what it finds.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OmniOps Health · Team Mavericks · Tech Zephyr 4.0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1828800"/>
          </a:xfrm>
          <a:prstGeom prst="rect">
            <a:avLst/>
          </a:prstGeom>
          <a:solidFill>
            <a:srgbClr val="1F4B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UI, live agent trace, follow-up record view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371600"/>
            <a:ext cx="109728" cy="1828800"/>
          </a:xfrm>
          <a:prstGeom prst="rect">
            <a:avLst/>
          </a:prstGeom>
          <a:solidFill>
            <a:srgbClr val="1F4B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orchestrator, REST API, session memory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371600"/>
            <a:ext cx="109728" cy="1828800"/>
          </a:xfrm>
          <a:prstGeom prst="rect">
            <a:avLst/>
          </a:prstGeom>
          <a:solidFill>
            <a:srgbClr val="1F4B4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Nemotron (NIM)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574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llama-3.1-nemotron-70b-instruct for plan drafting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109728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CLI re-implementation of the agent loop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34747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3474720"/>
            <a:ext cx="109728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lightweight RAG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Keyword-scored retrieval over a clinical guideline corpus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4747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3474720"/>
            <a:ext cx="109728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104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validator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1605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safety checks (allergy, renal risk, red-flags)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OmniOps Health · Team Mavericks · Tech Zephyr 4.0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Tackled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5486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27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trusting the LLM blindly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explicit rule-based validator that runs after every draft, so a plausible-sounding but unsafe draft never reaches the patient without review.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072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“adaptation” real, not cosmetic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endpoint re-runs retrieval and drafting on the combined context and re-decides — it doesn't just append a note to a stale plan.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87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reliably without guaranteed network access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deterministic offline-fallback draft generator so the full agentic loop — including escalation — is demoable with zero external dependencies.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3675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two implementations in sync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the exact same Goal→…→Outcome pipeline in both the Node backend and the standalone Python CLI from shared JSON data files.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OmniOps Health · Team Mavericks · Tech Zephyr 4.0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B403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shipped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Goal→Action→Observation→Decision→Adaptation→Outcome agent loop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 integration with a working offline fallback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safety validator with human escalation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Node backend, and a standalone Python CLI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1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Medication Guide tool kept as a second feature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4884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EHR / FHIR ingestion instead of synthetic records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clinical guideline vector store (true RAG at scale)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clinician review &amp; approval workflow, with audit log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and voice-note encounter capture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Pharmacist-in-the-loop verification for the Medication Guide tool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OmniOps Health · Team Mavericks · Tech Zephyr 4.0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Mavericks — OmniOps Health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603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514600"/>
            <a:ext cx="731520" cy="7315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Arush Kumar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5603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514600"/>
            <a:ext cx="731520" cy="731520"/>
          </a:xfrm>
          <a:prstGeom prst="ellipse">
            <a:avLst/>
          </a:prstGeom>
          <a:solidFill>
            <a:srgbClr val="1F4B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196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Aniket Gautam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603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514600"/>
            <a:ext cx="731520" cy="731520"/>
          </a:xfrm>
          <a:prstGeom prst="ellipse">
            <a:avLst/>
          </a:prstGeom>
          <a:solidFill>
            <a:srgbClr val="1F4B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Abhay Shukla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194560"/>
            <a:ext cx="25603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2514600"/>
            <a:ext cx="731520" cy="731520"/>
          </a:xfrm>
          <a:prstGeom prst="ellipse">
            <a:avLst/>
          </a:prstGeom>
          <a:solidFill>
            <a:srgbClr val="1F4B4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2980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Adeel Ahmad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github.com/team-mavericks/omniops-health  ·  Tech Zephyr 4.0  ·  IIT Bhubaneswar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2026-09-13T13:39:21Z</dcterms:created>
  <dcterms:modified xsi:type="dcterms:W3CDTF">2026-09-13T13:39:21Z</dcterms:modified>
</cp:coreProperties>
</file>